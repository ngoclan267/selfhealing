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9" r:id="rId4"/>
    <p:sldId id="258" r:id="rId5"/>
    <p:sldId id="260" r:id="rId6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99FF"/>
    <a:srgbClr val="0066FF"/>
    <a:srgbClr val="FFCC00"/>
    <a:srgbClr val="5C3C2F"/>
    <a:srgbClr val="FF00FF"/>
    <a:srgbClr val="66FF99"/>
    <a:srgbClr val="006600"/>
    <a:srgbClr val="004C00"/>
    <a:srgbClr val="003300"/>
    <a:srgbClr val="FF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>
      <p:cViewPr varScale="1">
        <p:scale>
          <a:sx n="101" d="100"/>
          <a:sy n="101" d="100"/>
        </p:scale>
        <p:origin x="173" y="5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152705" cy="1527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D18E60-4300-4729-A0D7-6AB984C3922D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533E96-F078-4B3D-A8F4-F1AF21EBC3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3001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350B06-B074-48FC-8CFD-53D2CD8FB95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5968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7200" y="2866315"/>
            <a:ext cx="7779529" cy="1370896"/>
          </a:xfr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4237211"/>
            <a:ext cx="7789240" cy="511549"/>
          </a:xfrm>
        </p:spPr>
        <p:txBody>
          <a:bodyPr>
            <a:normAutofit/>
          </a:bodyPr>
          <a:lstStyle>
            <a:lvl1pPr marL="0" indent="0" algn="l">
              <a:buNone/>
              <a:defRPr sz="2800" b="0" i="0">
                <a:solidFill>
                  <a:schemeClr val="tx2">
                    <a:lumMod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8751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02815"/>
            <a:ext cx="8229599" cy="3264443"/>
          </a:xfrm>
        </p:spPr>
        <p:txBody>
          <a:bodyPr/>
          <a:lstStyle>
            <a:lvl1pPr algn="l">
              <a:defRPr sz="28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  <a:lvl2pPr algn="l">
              <a:defRPr>
                <a:solidFill>
                  <a:schemeClr val="tx2">
                    <a:lumMod val="60000"/>
                    <a:lumOff val="40000"/>
                  </a:schemeClr>
                </a:solidFill>
              </a:defRPr>
            </a:lvl2pPr>
            <a:lvl3pPr algn="l">
              <a:defRPr>
                <a:solidFill>
                  <a:schemeClr val="tx2">
                    <a:lumMod val="60000"/>
                    <a:lumOff val="40000"/>
                  </a:schemeClr>
                </a:solidFill>
              </a:defRPr>
            </a:lvl3pPr>
            <a:lvl4pPr algn="l">
              <a:defRPr>
                <a:solidFill>
                  <a:schemeClr val="tx2">
                    <a:lumMod val="60000"/>
                    <a:lumOff val="40000"/>
                  </a:schemeClr>
                </a:solidFill>
              </a:defRPr>
            </a:lvl4pPr>
            <a:lvl5pPr algn="l">
              <a:defRPr>
                <a:solidFill>
                  <a:schemeClr val="tx2">
                    <a:lumMod val="60000"/>
                    <a:lumOff val="4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46B10CD-659C-282A-21F4-FB69DA57CB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317700"/>
            <a:ext cx="8229599" cy="763525"/>
          </a:xfrm>
        </p:spPr>
        <p:txBody>
          <a:bodyPr>
            <a:normAutofit/>
          </a:bodyPr>
          <a:lstStyle>
            <a:lvl1pPr algn="r">
              <a:defRPr sz="360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644713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17700"/>
            <a:ext cx="6544225" cy="763525"/>
          </a:xfrm>
        </p:spPr>
        <p:txBody>
          <a:bodyPr>
            <a:normAutofit/>
          </a:bodyPr>
          <a:lstStyle>
            <a:lvl1pPr algn="l">
              <a:defRPr sz="360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76896"/>
            <a:ext cx="6544225" cy="3694697"/>
          </a:xfrm>
        </p:spPr>
        <p:txBody>
          <a:bodyPr/>
          <a:lstStyle>
            <a:lvl1pPr algn="l">
              <a:defRPr sz="2800"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391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4415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791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1807" y="1392286"/>
            <a:ext cx="4040188" cy="568644"/>
          </a:xfrm>
        </p:spPr>
        <p:txBody>
          <a:bodyPr anchor="b"/>
          <a:lstStyle>
            <a:lvl1pPr marL="0" indent="0" algn="ctr">
              <a:buNone/>
              <a:defRPr sz="2400" b="1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0222" y="1995719"/>
            <a:ext cx="4041775" cy="2771541"/>
          </a:xfrm>
        </p:spPr>
        <p:txBody>
          <a:bodyPr/>
          <a:lstStyle>
            <a:lvl1pPr algn="ctr">
              <a:defRPr sz="24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  <a:lvl2pPr algn="ctr">
              <a:defRPr sz="2000">
                <a:solidFill>
                  <a:schemeClr val="tx2">
                    <a:lumMod val="60000"/>
                    <a:lumOff val="40000"/>
                  </a:schemeClr>
                </a:solidFill>
              </a:defRPr>
            </a:lvl2pPr>
            <a:lvl3pPr algn="ctr">
              <a:defRPr sz="1800">
                <a:solidFill>
                  <a:schemeClr val="tx2">
                    <a:lumMod val="60000"/>
                    <a:lumOff val="40000"/>
                  </a:schemeClr>
                </a:solidFill>
              </a:defRPr>
            </a:lvl3pPr>
            <a:lvl4pPr algn="ctr">
              <a:defRPr sz="1600">
                <a:solidFill>
                  <a:schemeClr val="tx2">
                    <a:lumMod val="60000"/>
                    <a:lumOff val="40000"/>
                  </a:schemeClr>
                </a:solidFill>
              </a:defRPr>
            </a:lvl4pPr>
            <a:lvl5pPr algn="ctr">
              <a:defRPr sz="1600">
                <a:solidFill>
                  <a:schemeClr val="tx2">
                    <a:lumMod val="60000"/>
                    <a:lumOff val="40000"/>
                  </a:schemeClr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71999" y="1392286"/>
            <a:ext cx="4041775" cy="568644"/>
          </a:xfrm>
        </p:spPr>
        <p:txBody>
          <a:bodyPr anchor="b"/>
          <a:lstStyle>
            <a:lvl1pPr marL="0" indent="0" algn="ctr">
              <a:buNone/>
              <a:defRPr sz="2400" b="1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72000" y="1995719"/>
            <a:ext cx="4041775" cy="2771544"/>
          </a:xfrm>
        </p:spPr>
        <p:txBody>
          <a:bodyPr/>
          <a:lstStyle>
            <a:lvl1pPr algn="ctr">
              <a:defRPr sz="24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  <a:lvl2pPr algn="ctr">
              <a:defRPr sz="2000">
                <a:solidFill>
                  <a:schemeClr val="tx2">
                    <a:lumMod val="60000"/>
                    <a:lumOff val="40000"/>
                  </a:schemeClr>
                </a:solidFill>
              </a:defRPr>
            </a:lvl2pPr>
            <a:lvl3pPr algn="ctr">
              <a:defRPr sz="1800">
                <a:solidFill>
                  <a:schemeClr val="tx2">
                    <a:lumMod val="60000"/>
                    <a:lumOff val="40000"/>
                  </a:schemeClr>
                </a:solidFill>
              </a:defRPr>
            </a:lvl3pPr>
            <a:lvl4pPr algn="ctr">
              <a:defRPr sz="1600">
                <a:solidFill>
                  <a:schemeClr val="tx2">
                    <a:lumMod val="60000"/>
                    <a:lumOff val="40000"/>
                  </a:schemeClr>
                </a:solidFill>
              </a:defRPr>
            </a:lvl4pPr>
            <a:lvl5pPr algn="ctr">
              <a:defRPr sz="1600">
                <a:solidFill>
                  <a:schemeClr val="tx2">
                    <a:lumMod val="60000"/>
                    <a:lumOff val="40000"/>
                  </a:schemeClr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6/4/2026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82F6862A-1920-9176-6FDB-E2673959DB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317700"/>
            <a:ext cx="8229599" cy="763525"/>
          </a:xfrm>
        </p:spPr>
        <p:txBody>
          <a:bodyPr>
            <a:normAutofit/>
          </a:bodyPr>
          <a:lstStyle>
            <a:lvl1pPr algn="r">
              <a:defRPr sz="360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22911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6/4/2026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773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6/4/2026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864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90"/>
            <a:ext cx="5111751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452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5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6078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6657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 descr="E:\websites\free-power-point-templates\2012\logos.png">
            <a:extLst>
              <a:ext uri="{FF2B5EF4-FFF2-40B4-BE49-F238E27FC236}">
                <a16:creationId xmlns:a16="http://schemas.microsoft.com/office/drawing/2014/main" id="{08B89D22-1D6E-450B-881F-4D2A4C527F7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808475" y="2326215"/>
            <a:ext cx="1463784" cy="526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3609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74F12-AA26-4AC8-9962-C36BB8F32554}" type="datetimeFigureOut">
              <a:rPr lang="en-US" smtClean="0"/>
              <a:pPr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E867DF-3DCA-4725-94F0-F2B6BD747A82}"/>
              </a:ext>
            </a:extLst>
          </p:cNvPr>
          <p:cNvSpPr txBox="1"/>
          <p:nvPr userDrawn="1"/>
        </p:nvSpPr>
        <p:spPr>
          <a:xfrm>
            <a:off x="-9149" y="5213747"/>
            <a:ext cx="8389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This presentation uses a free template provided by FPPT.com</a:t>
            </a:r>
          </a:p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www.free-power-point-templates.com</a:t>
            </a:r>
          </a:p>
        </p:txBody>
      </p:sp>
    </p:spTree>
    <p:extLst>
      <p:ext uri="{BB962C8B-B14F-4D97-AF65-F5344CB8AC3E}">
        <p14:creationId xmlns:p14="http://schemas.microsoft.com/office/powerpoint/2010/main" val="1944039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ctr" defTabSz="914377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91" indent="-342891" algn="l" defTabSz="914377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2" indent="-285744" algn="l" defTabSz="914377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161855" y="3355197"/>
            <a:ext cx="4886560" cy="1370896"/>
          </a:xfrm>
        </p:spPr>
        <p:txBody>
          <a:bodyPr>
            <a:noAutofit/>
          </a:bodyPr>
          <a:lstStyle/>
          <a:p>
            <a:pPr algn="ctr"/>
            <a:r>
              <a:rPr lang="vi-VN" sz="2800" dirty="0"/>
              <a:t>Xây dựng cơ chế tự phục hồi kiểm thử UI web dựa trên mô hình tương đồng đa phần tử và tối ưu trọng số bằng mô hình học máy</a:t>
            </a:r>
            <a:endParaRPr lang="en-US" sz="2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04460" y="4200264"/>
            <a:ext cx="7789240" cy="511549"/>
          </a:xfrm>
        </p:spPr>
        <p:txBody>
          <a:bodyPr>
            <a:normAutofit lnSpcReduction="10000"/>
          </a:bodyPr>
          <a:lstStyle/>
          <a:p>
            <a:r>
              <a:rPr lang="en-US" dirty="0"/>
              <a:t>FPPT.com</a:t>
            </a:r>
          </a:p>
        </p:txBody>
      </p:sp>
    </p:spTree>
    <p:extLst>
      <p:ext uri="{BB962C8B-B14F-4D97-AF65-F5344CB8AC3E}">
        <p14:creationId xmlns:p14="http://schemas.microsoft.com/office/powerpoint/2010/main" val="3639203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02815"/>
            <a:ext cx="8229599" cy="3264443"/>
          </a:xfrm>
        </p:spPr>
        <p:txBody>
          <a:bodyPr/>
          <a:lstStyle/>
          <a:p>
            <a:r>
              <a:rPr lang="en-US"/>
              <a:t>Make Effective Presentations</a:t>
            </a:r>
          </a:p>
          <a:p>
            <a:r>
              <a:rPr lang="en-US"/>
              <a:t>Using Awesome Backgrounds</a:t>
            </a:r>
          </a:p>
          <a:p>
            <a:r>
              <a:rPr lang="en-US"/>
              <a:t>Engage your Audience</a:t>
            </a:r>
          </a:p>
          <a:p>
            <a:r>
              <a:rPr lang="en-US"/>
              <a:t>Capture Audience Attention</a:t>
            </a:r>
          </a:p>
          <a:p>
            <a:endParaRPr lang="en-US"/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317700"/>
            <a:ext cx="8229599" cy="763525"/>
          </a:xfrm>
        </p:spPr>
        <p:txBody>
          <a:bodyPr>
            <a:noAutofit/>
          </a:bodyPr>
          <a:lstStyle/>
          <a:p>
            <a:r>
              <a:rPr lang="en-US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41033094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17700"/>
            <a:ext cx="6544225" cy="763525"/>
          </a:xfrm>
        </p:spPr>
        <p:txBody>
          <a:bodyPr>
            <a:normAutofit/>
          </a:bodyPr>
          <a:lstStyle/>
          <a:p>
            <a:r>
              <a:rPr lang="en-US"/>
              <a:t>Slide Title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076896"/>
            <a:ext cx="6544225" cy="3694697"/>
          </a:xfrm>
        </p:spPr>
        <p:txBody>
          <a:bodyPr/>
          <a:lstStyle/>
          <a:p>
            <a:r>
              <a:rPr lang="en-US"/>
              <a:t>Make Effective Presentations</a:t>
            </a:r>
          </a:p>
          <a:p>
            <a:r>
              <a:rPr lang="en-US"/>
              <a:t>Using Awesome Backgrounds</a:t>
            </a:r>
          </a:p>
          <a:p>
            <a:r>
              <a:rPr lang="en-US"/>
              <a:t>Engage your Audience</a:t>
            </a:r>
          </a:p>
          <a:p>
            <a:r>
              <a:rPr lang="en-US"/>
              <a:t>Capture Audience Attention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16338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531807" y="1392286"/>
            <a:ext cx="4040188" cy="568644"/>
          </a:xfrm>
        </p:spPr>
        <p:txBody>
          <a:bodyPr/>
          <a:lstStyle/>
          <a:p>
            <a:r>
              <a:rPr lang="en-US"/>
              <a:t>Product A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>
          <a:xfrm>
            <a:off x="530222" y="1995719"/>
            <a:ext cx="4041775" cy="2771541"/>
          </a:xfrm>
        </p:spPr>
        <p:txBody>
          <a:bodyPr/>
          <a:lstStyle/>
          <a:p>
            <a:r>
              <a:rPr lang="en-US"/>
              <a:t>Feature 1</a:t>
            </a:r>
          </a:p>
          <a:p>
            <a:r>
              <a:rPr lang="en-US"/>
              <a:t>Feature 2</a:t>
            </a:r>
          </a:p>
          <a:p>
            <a:r>
              <a:rPr lang="en-US"/>
              <a:t>Feature 3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3"/>
          </p:nvPr>
        </p:nvSpPr>
        <p:spPr>
          <a:xfrm>
            <a:off x="4571999" y="1392286"/>
            <a:ext cx="4041775" cy="568644"/>
          </a:xfrm>
        </p:spPr>
        <p:txBody>
          <a:bodyPr/>
          <a:lstStyle/>
          <a:p>
            <a:r>
              <a:rPr lang="en-US"/>
              <a:t>Product B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4"/>
          </p:nvPr>
        </p:nvSpPr>
        <p:spPr>
          <a:xfrm>
            <a:off x="4572000" y="1995719"/>
            <a:ext cx="4041775" cy="2771544"/>
          </a:xfrm>
        </p:spPr>
        <p:txBody>
          <a:bodyPr/>
          <a:lstStyle/>
          <a:p>
            <a:r>
              <a:rPr lang="en-US"/>
              <a:t>Feature 1</a:t>
            </a:r>
          </a:p>
          <a:p>
            <a:r>
              <a:rPr lang="en-US"/>
              <a:t>Feature 2</a:t>
            </a:r>
          </a:p>
          <a:p>
            <a:r>
              <a:rPr lang="en-US"/>
              <a:t>Feature 3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1" y="317700"/>
            <a:ext cx="8229599" cy="763525"/>
          </a:xfrm>
        </p:spPr>
        <p:txBody>
          <a:bodyPr>
            <a:normAutofit/>
          </a:bodyPr>
          <a:lstStyle/>
          <a:p>
            <a:r>
              <a:rPr lang="en-US"/>
              <a:t>Slide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07837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E:\websites\free-power-point-templates\2012\logos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808475" y="2326215"/>
            <a:ext cx="1463784" cy="526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1006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80</Words>
  <Application>Microsoft Office PowerPoint</Application>
  <PresentationFormat>On-screen Show (16:9)</PresentationFormat>
  <Paragraphs>22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Xây dựng cơ chế tự phục hồi kiểm thử UI web dựa trên mô hình tương đồng đa phần tử và tối ưu trọng số bằng mô hình học máy</vt:lpstr>
      <vt:lpstr>Slide Title</vt:lpstr>
      <vt:lpstr>Slide Title</vt:lpstr>
      <vt:lpstr>Slide Title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a44984 Trần Thị Ngọc Lan</cp:lastModifiedBy>
  <cp:revision>2</cp:revision>
  <dcterms:created xsi:type="dcterms:W3CDTF">2017-08-01T15:40:51Z</dcterms:created>
  <dcterms:modified xsi:type="dcterms:W3CDTF">2026-06-04T05:52:08Z</dcterms:modified>
</cp:coreProperties>
</file>